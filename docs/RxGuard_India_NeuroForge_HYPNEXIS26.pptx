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160520"/>
            <a:ext cx="6583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RxGuard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26280"/>
            <a:ext cx="6583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2AAFF"/>
                </a:solidFill>
                <a:latin typeface="Arial"/>
              </a:rPr>
              <a:t>Safer prescriptions. Better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92040"/>
            <a:ext cx="6400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4C8E6"/>
                </a:solidFill>
                <a:latin typeface="Arial"/>
              </a:rPr>
              <a:t>An explainable prescription safety checker for Indian brand-name medicines — a deterministic rules engine, not an LLM judge.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051560"/>
            <a:ext cx="35661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2AAFF"/>
                </a:solidFill>
                <a:latin typeface="Arial"/>
              </a:rPr>
              <a:t>TEAM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234439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Neuro 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709928"/>
            <a:ext cx="35661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2AAFF"/>
                </a:solidFill>
                <a:latin typeface="Arial"/>
              </a:rPr>
              <a:t>TEAM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892807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[HXXXX]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368296"/>
            <a:ext cx="35661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2AAFF"/>
                </a:solidFill>
                <a:latin typeface="Arial"/>
              </a:rPr>
              <a:t>PROBLEM STATEMENT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551176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[PS ID]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026663"/>
            <a:ext cx="35661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2AAFF"/>
                </a:solidFill>
                <a:latin typeface="Arial"/>
              </a:rPr>
              <a:t>PROBLEM STATEMENT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209544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RxGuard India — Safer Prescriptions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685031"/>
            <a:ext cx="35661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2AAFF"/>
                </a:solidFill>
                <a:latin typeface="Arial"/>
              </a:rPr>
              <a:t>THEME /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867911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Healthcare · HealthTech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343399"/>
            <a:ext cx="35661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2AAFF"/>
                </a:solidFill>
                <a:latin typeface="Arial"/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526279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0" y="34747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2AAFF"/>
                </a:solidFill>
                <a:latin typeface="Arial"/>
              </a:rPr>
              <a:t>Neuro Forge | Team ID: [HXXXX]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RXGUARD INDIA — SAFER PRESCRIPTIONS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2AAFF"/>
                </a:solidFill>
                <a:latin typeface="Arial"/>
              </a:rPr>
              <a:t>PROBLEM STATEMENT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Indian prescriptions use brand and combination names (Dolo, Combiflam, Augmentin), so active ingredients stay hidden.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The same ingredient across brands — e.g. paracetamol in three products — silently stacks into a duplicate daily dose.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Shorthand (OD, BD, 1-0-1, SOS), patient-specific limits and interactions are easy to miss; naive checkers flood users with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54480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691640"/>
            <a:ext cx="5440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2AAFF"/>
                </a:solidFill>
                <a:latin typeface="Arial"/>
              </a:rPr>
              <a:t>OUR SOLUTION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Paste, speak or scan a prescription; RxGuard resolves every brand to its ingredients and strengths.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A deterministic rules engine — not an LLM judge — checks duplicates, daily dose totals and interactions.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Every alert cites its rule, the numbers used and its review status — “no match” ≠ safe.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023360"/>
            <a:ext cx="5806440" cy="22860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4160520"/>
            <a:ext cx="5440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LIVE EXAMPLE · THREE PARACETAMOLS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Dolo 650 + Crocin Advance + Combiflam → 2,950 mg/day (74% of 4,000 mg adult limit)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FF8C3C"/>
                </a:solidFill>
                <a:latin typeface="Arial"/>
              </a:rPr>
              <a:t>Flagged PLEASE CHECK — duplicate paracetamol (MAX-001)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B4C8E6"/>
                </a:solidFill>
                <a:latin typeface="Arial"/>
              </a:rPr>
              <a:t>20,009 products · 3 engines (duplicate · interaction · dose) · 1 rule cited per alert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0" y="34747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2AAFF"/>
                </a:solidFill>
                <a:latin typeface="Arial"/>
              </a:rPr>
              <a:t>Neuro Forge | Team ID: [HXXXX]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6858000" cy="475488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2AAFF"/>
                </a:solidFill>
                <a:latin typeface="Arial"/>
              </a:rPr>
              <a:t>SYSTEM ARCHITECTURE — ANALYSIS PIPELINE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1  Parse — OD, BD, 1-0-1 → units per day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2  Resolve brand — exact → prefix → fuzzy (user confirms)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3  Expand — combinations → ingredients + strengths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4  Sum dose — Σ strength × units/day per ingredient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5  Safety engines — duplicate · interaction · dose (parallel)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6  Alert manager — merge, de-duplicate, assign tier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7  Safety report — found · why it matters · what 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54480"/>
            <a:ext cx="4389120" cy="22860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691640"/>
            <a:ext cx="4114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CORE TECHNOLOGIES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Frontend: React · Vite · Tailwind · Framer Motion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Backend: FastAPI · SQLAlchemy · SQLite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Matching: RapidFuzz + number-aware resolver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Data: A–Z Medicines of India · DDInter 2.0 · curated rules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Quality: pytest · vitest · evaluate.py gold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023360"/>
            <a:ext cx="4389120" cy="22860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160520"/>
            <a:ext cx="4114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UNIQUE POINTS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Deterministic and auditable: same input → same output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Every alert cites rule ID, source, numbers and review status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Identity confidence kept separate from severity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“No match” never means safe; unresolved brands block dependent checks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0" y="34747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2AAFF"/>
                </a:solidFill>
                <a:latin typeface="Arial"/>
              </a:rPr>
              <a:t>Neuro Forge | Team ID: [HXXXX]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USER EXPERIENCE &amp;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029200" cy="32004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2AAFF"/>
                </a:solidFill>
                <a:latin typeface="Arial"/>
              </a:rPr>
              <a:t>USER INTERFACE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Rx editor with line numbers and live parse preview (“1-0-1 = 2/day”)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Patient panel: age, weight, sex, kidney band, pregnancy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One-click scenarios, voice input, in-browser OCR scan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Verdict card, tier counts, plain-language findings, Why? drawer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Ingredient X-ray, daily dose gauges, risk map, what-if toggles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Accessible: Hindi/English pill card, reduced-motion safe, mobile menu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554480"/>
            <a:ext cx="6217920" cy="18288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91640"/>
            <a:ext cx="5943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2AAFF"/>
                </a:solidFill>
                <a:latin typeface="Arial"/>
              </a:rPr>
              <a:t>USER FLOW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1  Enter the prescription — type, speak, scan or load a sample; add patient details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2  RxGuard checks it — parse → resolve brands → expand → run rules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3  Clear, cited report — what we found, why it matters, what to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3566160"/>
            <a:ext cx="6217920" cy="118872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3703320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DESIGN GOAL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Anyone reviewing a prescription should understand each alert in seconds — and see exactly which rule and which numbers produced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93776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CHECKER WIREFRAME  ·  Prescription input with live parse → cited safety report (Urgent / Please check / Info / Not run)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Example: Tab Dolo 650 1-0-1 · Tab Crocin Advance BD · Tab Combiflam 1-0-1  →  Duplicate paracetamol 2,950 mg/day · MAX-001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0" y="34747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2AAFF"/>
                </a:solidFill>
                <a:latin typeface="Arial"/>
              </a:rPr>
              <a:t>Neuro Forge | Team ID: [HXXXX]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2AAFF"/>
                </a:solidFill>
                <a:latin typeface="Arial"/>
              </a:rPr>
              <a:t>TECHNICAL FEASIBILITY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Working prototype: React ↔ FastAPI ↔ SQLite catalogue + rules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Laptop-ready, no GPU; modular engines; pytest + vitest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Stress test: 100 synthetic Rx in 161 ms (~620/s) — speed, not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55448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9164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2AAFF"/>
                </a:solidFill>
                <a:latin typeface="Arial"/>
              </a:rPr>
              <a:t>ECONOMIC FEASIBILITY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Prototype: open-source stack + public datasets — near-zero cost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Scaling: low-cost API hosting; main cost is pharmacist rule review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Funding to explore: incubation grants, supervised pilots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2AAFF"/>
                </a:solidFill>
                <a:latin typeface="Arial"/>
              </a:rPr>
              <a:t>OPERATIONAL VIABILITY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Web app for pharmacy counter, clinic desk or mobile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Decision support only: a professional stays in the loop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Labelled offline demo fallback; disclaimers on every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343400"/>
            <a:ext cx="11430000" cy="196596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4805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RISKS &amp; MITIGATIONS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Rules not clinically verified → Pharmacist review workflow; DRAFT / REVIEW_PENDING on every alert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Wrong brand match → Fuzzy matches need confirmation; number-aware matching (Pantop 40 ≠ Pantop 20)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Incomplete/dated data → Gaps flagged “unable to assess”, never passed as safe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• Over-reliance / DDInter licence → Disclaimers everywhere; licence or replace before commercial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0" y="34747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2AAFF"/>
                </a:solidFill>
                <a:latin typeface="Arial"/>
              </a:rPr>
              <a:t>Neuro Forge | Team ID: [HXXXX]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SOCIAL IMPACT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Patients and caregivers see what is inside their brands and ask better questions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Pharmacists get a fast second look at brand-heavy prescriptions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Hindi/English pill card helps non-English readers follow the schedule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783080"/>
            <a:ext cx="365760" cy="365760"/>
          </a:xfrm>
          <a:prstGeom prst="ellipse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10512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783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ENVIRONMENTAL IMPACT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Spotting duplicate products avoids buying the same ingredient twice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Digital report and pill card reduce reprints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Lightweight stack (SQLite, no GPU) keeps compute and energy use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06908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TECHNICAL IMPACT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Auditable brand → ingredient pipeline for Indian combination products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Alert merging and tiering cut repeated alerts; reproducible stress test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Methodology page with live stats and reproduce commands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6908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4297680"/>
            <a:ext cx="365760" cy="365760"/>
          </a:xfrm>
          <a:prstGeom prst="ellipse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25112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976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EDUCATIONAL IMPACT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Ingredient X-ray and finder show how many brands share one ingredient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Why? drawer explains the rule and numbers behind each alert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Limitations documented openly for judges, students and reviewers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0" y="34747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2AAFF"/>
                </a:solidFill>
                <a:latin typeface="Arial"/>
              </a:rPr>
              <a:t>Neuro Forge | Team ID: [HXXXX]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BUSINESS MODEL &amp; SUSTAINABILITY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3703320" cy="306324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TARGET USERS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PRIMARY — Community pharmacists and pharmacy counters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INSTITUTIONS — Small clinics; telemedicine and e-pharmacy platforms via API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EARLY ADOPTERS — Pharmacy colleges; caregivers managing several medicines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554480"/>
            <a:ext cx="3703320" cy="306324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9164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REVENUE &amp; COST MODEL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PILOT — Free, supervised pilots to collect pharmacist feedback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PRICING — Per-pharmacy SaaS; usage-based API for platforms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LONG-TERM — Verified rule packs and catalogue refreshes as a paid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703320" cy="306324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SUSTAINABILITY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RULE GOVERNANCE — Versioned rules: DRAFT → pharmacist-reviewed sign-off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PARTNERS — Pharmacy colleges and pharmacologists for rule review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• OPEN SOURCE — Core on GitHub; more languages, multi-drug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800600"/>
            <a:ext cx="11430000" cy="150876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9377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ROADMAP (NO FIXED DATES)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NEXT — Pharmacist review of the rule set; close 3+ ingredient and syrup-strength gaps    ·    THEN — Refresh catalogue; supervised pilot    ·    LATER — Multi-drug checks, more Indian languages, pharmacy-software API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4C8E6"/>
                </a:solidFill>
                <a:latin typeface="Arial"/>
              </a:rPr>
              <a:t>No revenue, pilots or partnerships exist yet — options to validate, not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0" y="34747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2AAFF"/>
                </a:solidFill>
                <a:latin typeface="Arial"/>
              </a:rPr>
              <a:t>Neuro Forge | Team ID: [HXXXX]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430000" cy="329184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2AAFF"/>
                </a:solidFill>
                <a:latin typeface="Arial"/>
              </a:rPr>
              <a:t>KEY TECH &amp; RESEARCH SOURCES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A–Z Medicine Dataset of India — Kaggle (shudhanshusingh); cleaned into the local brand catalogue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DDInter 2.0 — drug–drug interaction database, Nucleic Acids Res. 53(D1), 2025; ddinter2.scbdd.com (academic use)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RxNorm — U.S. National Library of Medicine; public search fallback (US terminology)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Technology: FastAPI · SQLAlchemy · SQLite · React · Vite · Tailwind CSS · RapidFuzz · Framer Motion · Lucide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Existing solutions studied: RxCheck, PillChecker — comparison documented in the project repository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Project: github.com/Aryankatariya71/RxGuard-India — README, methodology, evaluation, reproduce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0292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6636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20,009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4C8E6"/>
                </a:solidFill>
                <a:latin typeface="Arial"/>
              </a:rPr>
              <a:t>products in the cleaned local catalogue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0292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516636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1,047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623560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4C8E6"/>
                </a:solidFill>
                <a:latin typeface="Arial"/>
              </a:rPr>
              <a:t>products contain amoxycillin — 843 combinations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5029200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0A1C48"/>
          </a:solidFill>
          <a:ln w="15875">
            <a:solidFill>
              <a:srgbClr val="28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516636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52AAFF"/>
                </a:solidFill>
                <a:latin typeface="Arial"/>
              </a:rPr>
              <a:t>Hidden ingredient finder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62356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4C8E6"/>
                </a:solidFill>
                <a:latin typeface="Arial"/>
              </a:rPr>
              <a:t>Counts from A–Z dataset (unverified)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4612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RxGuard India — Safer prescriptions. Better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5196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8E6"/>
                </a:solidFill>
                <a:latin typeface="Arial"/>
              </a:rPr>
              <a:t>Team: Neuro Forge | Team ID: [HXXXX] | github.com/Aryankatariya71/RxGuard-India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5488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0C2878"/>
          </a:solidFill>
          <a:ln w="15875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AAFF"/>
                </a:solidFill>
                <a:latin typeface="Arial"/>
              </a:rPr>
              <a:t>OUR ASK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Pharmacist / pharmacology mentors to review our draft rules, and partners for a supervised feedback 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75488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0C2878"/>
          </a:solidFill>
          <a:ln w="15875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4892040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8C3C"/>
                </a:solidFill>
                <a:latin typeface="Arial"/>
              </a:rPr>
              <a:t>DISCLAIMER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Decision-support prototype only — not a medical device, not clinically validated. Draft rules pending pharmacist review. No alert never means a prescription is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